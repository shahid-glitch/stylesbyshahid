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430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Presentation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StylesByShahid - AI Presentation Maker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2743200" cy="2286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1371600"/>
            <a:ext cx="2743200" cy="2286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066C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371600"/>
            <a:ext cx="2743200" cy="2286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Suggest: team collaboration in an office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0584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StylesByShahid | Slide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2026-05-28T17:07:37Z</dcterms:created>
  <dcterms:modified xsi:type="dcterms:W3CDTF">2026-05-28T17:07:37Z</dcterms:modified>
</cp:coreProperties>
</file>