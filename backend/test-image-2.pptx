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430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Presentation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- AI Presentation Maker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27432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team collaboration in an office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2026-05-28T17:10:53Z</dcterms:created>
  <dcterms:modified xsi:type="dcterms:W3CDTF">2026-05-28T17:10:53Z</dcterms:modified>
</cp:coreProperties>
</file>