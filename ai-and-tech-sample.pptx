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4305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tech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- AI Presentation Maker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3/22/2026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2026: From Experimentation to Industrialization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Fundamentals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743200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Suggest: conceptual diagram or introduction visual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section provides a comprehensive overview of the key concepts and foundational elements. We will explore the background, context, and importance of this topic in today's landscape.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concepts overview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relevance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| 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Landscape: A Year of Pragmatism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Elements and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743200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Suggest: infographic showing components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main components is crucial for grasping the full picture. These elements work together to create a cohesive framework that drives success and innovation.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functionalities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aspects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| 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AI: The Next Frontier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Cases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743200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Suggest: collage of industry applications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applications demonstrate the versatility and impact across various industries. From healthcare to finance, these implementations show tangible benefits and transformative potential.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applications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stories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examples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| 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Models Go Mainstream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and Impact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743200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Suggest: chart showing growth or improvement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advantages extend beyond immediate gains, offering long-term strategic value. Organizations experience improved efficiency, cost savings, and enhanced outcomes through proper implementation.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efficiency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outcomes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| Slide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Source: Closing the Gap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Overcoming Obstacles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743200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Suggest: problem-solution visual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the potential is significant, implementation comes with challenges that require careful consideration. Understanding these obstacles helps in developing effective mitigation strategies.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roadblocks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hurdles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approaches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| Slide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20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Is Operational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and Opportunities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2743200" cy="22860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0" y="1371600"/>
            <a:ext cx="2743200" cy="2286000"/>
          </a:xfrm>
          <a:prstGeom prst="rect">
            <a:avLst/>
          </a:prstGeom>
          <a:solidFill>
            <a:srgbClr val="F8F8F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2103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🖼️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Placeholder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Suggest: futuristic or trend visualization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 continues to evolve with emerging technologies and innovative approaches. Staying ahead requires awareness of upcoming trends and strategic positioning for future opportunities.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trends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opportunities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roadmap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StylesByShahid | Slide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2026-03-22T08:49:20Z</dcterms:created>
  <dcterms:modified xsi:type="dcterms:W3CDTF">2026-03-22T08:49:20Z</dcterms:modified>
</cp:coreProperties>
</file>